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85be187-7ebd-66ec-14f5-edaf44842fde}">
          <p14:sldIdLst>
            <p14:sldId id="256"/>
          </p14:sldIdLst>
        </p14:section>
        <p14:section name="Why" id="{aafa37d6-56c5-63f1-154d-1b532d402c54}">
          <p14:sldIdLst>
            <p14:sldId id="257"/>
            <p14:sldId id="258"/>
          </p14:sldIdLst>
        </p14:section>
        <p14:section name="Offer" id="{51d32974-f81a-8aa9-9cc3-6ca792ede22c}">
          <p14:sldIdLst>
            <p14:sldId id="259"/>
            <p14:sldId id="260"/>
            <p14:sldId id="261"/>
          </p14:sldIdLst>
        </p14:section>
        <p14:section name="Partnership" id="{1b429cf3-90e6-cac9-51d4-5ded612e5edd}">
          <p14:sldIdLst>
            <p14:sldId id="262"/>
            <p14:sldId id="263"/>
            <p14:sldId id="264"/>
          </p14:sldIdLst>
        </p14:section>
        <p14:section name="Booking" id="{6077887d-6666-a5eb-2ff5-33c9bdfbd575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gym's own members in mind: people who lift, run and cut weight, and who get generic health check-ups that were not designed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questions has a specific test that answers it. A standard full-body package answers none of them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dhruvlabs.com: NABL accredited since 2011; Mon-Sat 7 AM-9 PM, Sun 7 AM-5 PM. Confirm the years-in-service figure before external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result is read against athletic norms. For example, the CK upper limit in athletes is about twice that of non-athletes (Mougios, Br J Sports Med 2007).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specialist MSK radiologist is the selling point here: general ultrasound often misses partial tendon tears and early tendinopathy.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launch prices set from 2026 market rates for each test in Nagpur and national chains; the struck-through figure is the sum of the same tests bought one by one. Confirm with Dhruv management before external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partnership terms are proposals to be agreed with each gym. Do not offer referral payments; the value to the gym is the service to its members.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stay between the member and our physician. This is health monitoring, not a doping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Laboratory tests are performed in a NABL-accredited laboratory. The check-up is a screening programme and does not replace a consultation with your own doctor.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tmp/claude-0/-home-user-BlisteringBlockchain/d9fb2d6e-0573-5890-9b54-a37c96abb606/scratchpad/art/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46888" cy="3063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86384" y="477316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Dhruv Diagnostics, Nagpur  ·  www.dhruvlabs.com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7881"/>
            <a:ext cx="599923" cy="74432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7435" y="457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</a:rPr>
              <a:t>DHRUV</a:t>
            </a:r>
            <a:endParaRPr lang="en-US" sz="2200" dirty="0"/>
          </a:p>
          <a:p>
            <a:pPr indent="0" marL="0">
              <a:buNone/>
            </a:pPr>
            <a:r>
              <a:rPr lang="en-US" sz="1100" spc="400" kern="0" dirty="0">
                <a:solidFill>
                  <a:srgbClr val="93B4F5"/>
                </a:solidFill>
              </a:rPr>
              <a:t>DIAGNOSTICS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Health check-ups for people who train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F5"/>
                </a:solidFill>
              </a:rPr>
              <a:t>A proposal for gyms, coaches and fitness communities in Nagpur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NABL accredited since 2011</a:t>
            </a:r>
            <a:pPr indent="0" marL="0">
              <a:buNone/>
            </a:pPr>
            <a:r>
              <a:rPr lang="en-US" sz="1200" dirty="0">
                <a:solidFill>
                  <a:srgbClr val="C9D8F5"/>
                </a:solidFill>
              </a:rPr>
              <a:t>   |   Laxmi Nagar and Ramdaspeth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your members already 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“Is my heart ready for high-intensity training?”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Treadmill stress test, ECG and NT-proBNP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creatinine came back high. Is it my kidneys or my protein and creatine?”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Kidney function by cystatin C, which muscle mass does not distort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shoulder hurts on bench press. Is it a tear?”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Ultrasound by a musculoskeletal (MSK) radiologist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 am cutting hard. Are my hormones and iron holding up?”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Hormone panel, ferritin, vitamin D and B12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Dhruv Diagnostics, Nagpur</a:t>
            </a:r>
            <a:endParaRPr lang="en-US" sz="2800" dirty="0"/>
          </a:p>
        </p:txBody>
      </p:sp>
      <p:pic>
        <p:nvPicPr>
          <p:cNvPr id="3" name="Image 0" descr="DNA double helix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30+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years of diagnostics in Nagpur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9718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2011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29718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NABL accredited since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branches: Laxmi Nagar and Ramdaspeth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7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days a week, from 7 AM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Pathology, molecular diagnostics, immunology and radiology under one roof.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check-up covers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Heart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Treadmill stress test, resting ECG, NT-proBNP, hs-troponin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Cholesterol risk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Apo B, Lp(a), full lipid profile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3620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Muscle and recovery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CK, CK-MB, myoglobin, LDH, liver enzymes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Hormones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Testosterone, LH, FSH, oestradiol, cortisol, IGF-1, thyroid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728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Long-term health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hs-CRP, HbA1c, fasting insulin, homocysteine, cystatin 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0" y="2834640"/>
            <a:ext cx="2606040" cy="155448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Tendon scans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8F5"/>
                </a:solidFill>
              </a:rPr>
              <a:t>Ultrasound of tendons and ligaments by an MSK radiologist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scans by an MSK radiologist</a:t>
            </a:r>
            <a:endParaRPr lang="en-US" sz="2800" dirty="0"/>
          </a:p>
        </p:txBody>
      </p:sp>
      <p:pic>
        <p:nvPicPr>
          <p:cNvPr id="3" name="Image 0" descr="Illustration of a weightlif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005840"/>
            <a:ext cx="3291840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097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Common gym injuries we scan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14630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Rotator cuff and biceps tendon (pressing, pull-ups)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Tennis and golfer's elbow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Patellar tendon (squats, jumping)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Achilles tendon and plantar fascia (running)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Why ultrasound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37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Done and reported by a radiologist trained in musculoskeletal ultrasound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joint is scanned while it moves; no radiation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Compared with the healthy side, and kept as a baseline for return to training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plans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3310128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887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</a:rPr>
              <a:t>Base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5910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Members starting out or under 35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945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</a:rPr>
              <a:t>Full blood panel and ECG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</a:rPr>
              <a:t>CK muscle marker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</a:rPr>
              <a:t>Physician review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</a:rPr>
              <a:t>₹2,999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7673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Gym-partner members ₹2,699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023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Tests bought separately </a:t>
            </a:r>
            <a:pPr indent="0" marL="0">
              <a:buNone/>
            </a:pPr>
            <a:r>
              <a:rPr lang="en-US" sz="1000" strike="sngStrike" dirty="0">
                <a:solidFill>
                  <a:srgbClr val="475569"/>
                </a:solidFill>
              </a:rPr>
              <a:t>₹8,800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310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47288" y="11887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Performance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5910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1EBFF"/>
                </a:solidFill>
              </a:rPr>
              <a:t>Regular lifters, runners, members on a cut or bulk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21945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All of Base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Apo B, Lp(a), NT-proBNP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Hormone and muscle panel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 ultrasound region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₹8,999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37673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Gym-partner members ₹8,099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4023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1EBFF"/>
                </a:solidFill>
              </a:rPr>
              <a:t>Tests bought separately </a:t>
            </a:r>
            <a:pPr indent="0" marL="0">
              <a:buNone/>
            </a:pPr>
            <a:r>
              <a:rPr lang="en-US" sz="1000" strike="sngStrike" dirty="0">
                <a:solidFill>
                  <a:srgbClr val="E1EBFF"/>
                </a:solidFill>
              </a:rPr>
              <a:t>₹29,000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310128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36208" y="11887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Elite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236208" y="15910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9D8F5"/>
                </a:solidFill>
              </a:rPr>
              <a:t>Competitors, bodybuilders, over-35s starting high-intensity work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1945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All of Performance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Treadmill stress test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hs-troponin, IGF-1, cortisol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Up to 3 ultrasound regions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C55E"/>
                </a:solidFill>
              </a:rPr>
              <a:t>₹12,999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37673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Gym-partner members ₹11,699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4023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8F5"/>
                </a:solidFill>
              </a:rPr>
              <a:t>Tests bought separately </a:t>
            </a:r>
            <a:pPr indent="0" marL="0">
              <a:buNone/>
            </a:pPr>
            <a:r>
              <a:rPr lang="en-US" sz="1000" strike="sngStrike" dirty="0">
                <a:solidFill>
                  <a:srgbClr val="C9D8F5"/>
                </a:solidFill>
              </a:rPr>
              <a:t>₹40,700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Add-ons: Urine drug screen ₹1,999   |   Extra ultrasound region ₹999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gym partnership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What we offer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27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Member pricing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on all three plans for your members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276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Check-up days at your gym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sample collection on site, by appointment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00837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266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Talks by our doctors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heart screening, supplements, doping risk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5818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76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A front-desk QR standee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599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members book in under a minute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3840480" cy="352044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What your gym gets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173736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 medical service no other gym nearby offers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Members over 35 screened before high-intensity classes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Trainers who plan with real numbers: fitness in METs, recovery markers, scan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Injury questions answered by imaging, not guesswork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members who feel fine</a:t>
            </a:r>
            <a:endParaRPr lang="en-US" sz="2800" dirty="0"/>
          </a:p>
        </p:txBody>
      </p:sp>
      <p:pic>
        <p:nvPicPr>
          <p:cNvPr id="3" name="Image 0" descr="DNA double helix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Know your baseline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26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Your own normal, so future changes stand out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938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Find silent problems early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2677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High Apo B, low iron or a heart-rhythm issue rarely causes symptoms at first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79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Train with numbers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108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Fitness in METs and recovery markers guide how hard to push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21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Stay safe on supplements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9502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Liver, kidney, blood count and hormones checked in confidence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Club for women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Sauna, spa and health club, open to women members only at present.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219456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Sauna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F5"/>
                </a:solidFill>
              </a:rPr>
              <a:t>Dry heat after training, opened to each member after her blood pressure and heart check are reviewed.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Spa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Massage and hydrotherapy to ease soreness between sessions.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Health club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Supervised strength, conditioning and mobility work.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Men's access has not opened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booking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563EB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Scan or call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Scan the QR code or call the branch nearest you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Confirm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We confirm the plan, the branch and your slot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Visit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Come fasting, between 8 and 10 am, with your supplement list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4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Review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 physician goes through the report with you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No hard training for 48 to 72 hours before the visit, so muscle and heart markers reflect you, not your last session.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8401"/>
            <a:ext cx="490846" cy="60899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58358" y="411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</a:rPr>
              <a:t>DHRUV</a:t>
            </a:r>
            <a:endParaRPr lang="en-US" sz="1800" dirty="0"/>
          </a:p>
          <a:p>
            <a:pPr indent="0" marL="0">
              <a:buNone/>
            </a:pPr>
            <a:r>
              <a:rPr lang="en-US" sz="900" spc="400" kern="0" dirty="0">
                <a:solidFill>
                  <a:srgbClr val="93B4F5"/>
                </a:solidFill>
              </a:rPr>
              <a:t>DIAGNOSTICS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Call to confirm your appointment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Laxmi Nagar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+91 89282 95328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84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J-11, West High Court Road, Laxmi Nagar, Nagpur 440022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Ramdaspeth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+91 99224 16303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614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3rd Floor, Aditya Enclave, Central Bazar Road, Ramdaspeth, Nagpur 440010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Mon-Sat 7 AM-9 PM  |  Sun 7 AM-5 PM   |   dhruvlabs@gmail.com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Website QR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703320"/>
            <a:ext cx="868680" cy="868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Website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196596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Laxmi Nagar map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703320"/>
            <a:ext cx="868680" cy="8686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6596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Laxmi Nagar map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38328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Ramdaspeth map QR 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703320"/>
            <a:ext cx="868680" cy="868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38328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Ramdaspeth map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hruv Diagnostics">
  <a:themeElements>
    <a:clrScheme name="Dhruv Diagnostics">
      <a:dk1>
        <a:srgbClr val="0F172A"/>
      </a:dk1>
      <a:lt1>
        <a:srgbClr val="FFFFFF"/>
      </a:lt1>
      <a:dk2>
        <a:srgbClr val="1B2A4A"/>
      </a:dk2>
      <a:lt2>
        <a:srgbClr val="EFF5FF"/>
      </a:lt2>
      <a:accent1>
        <a:srgbClr val="2563EB"/>
      </a:accent1>
      <a:accent2>
        <a:srgbClr val="B45309"/>
      </a:accent2>
      <a:accent3>
        <a:srgbClr val="22C55E"/>
      </a:accent3>
      <a:accent4>
        <a:srgbClr val="475569"/>
      </a:accent4>
      <a:accent5>
        <a:srgbClr val="DBEAFE"/>
      </a:accent5>
      <a:accent6>
        <a:srgbClr val="D6E0EE"/>
      </a:accent6>
      <a:hlink>
        <a:srgbClr val="2563EB"/>
      </a:hlink>
      <a:folHlink>
        <a:srgbClr val="475569"/>
      </a:folHlink>
    </a:clrScheme>
    <a:fontScheme name="Dhruv Diagnostic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Athlete Health Check-Up: partner proposal for gyms</dc:title>
  <dc:subject>PptxGenJS Presentation</dc:subject>
  <dc:creator>Dhruv Diagnostics, Nagpur</dc:creator>
  <cp:lastModifiedBy>Dhruv Diagnostics, Nagpur</cp:lastModifiedBy>
  <cp:revision>1</cp:revision>
  <dcterms:created xsi:type="dcterms:W3CDTF">2026-10-10T07:11:31Z</dcterms:created>
  <dcterms:modified xsi:type="dcterms:W3CDTF">2026-10-10T07:11:31Z</dcterms:modified>
</cp:coreProperties>
</file>